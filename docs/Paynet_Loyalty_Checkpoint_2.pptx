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0972800" cy="557784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</p:spPr>
      </p:sp>
      <p:pic>
        <p:nvPicPr>
          <p:cNvPr id="4" name="Image 0" descr="D:\Tuyen_Lam viec\02 Web Hackathon\08 Arc Encode\NetPay Loyalty\public\png\logo\payne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987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</a:rPr>
              <a:t>PAYNET LOYALTY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Agent-ready USDC merchant network on Arc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96112" y="2852928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17A"/>
                </a:solidFill>
              </a:rPr>
              <a:t>Wallet-native storefronts, real Arc USDC checkout, payment confirmation, and universal APoint loyalty for local merchants.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6112" y="367588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2563EB">
              <a:alpha val="9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758184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DeFi Track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31720" y="367588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5B35F5">
              <a:alpha val="94000"/>
            </a:srgbClr>
          </a:solidFill>
          <a:ln w="12700">
            <a:solidFill>
              <a:srgbClr val="5B35F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41448" y="3758184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Agentic Economy Track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96112" y="4434840"/>
            <a:ext cx="196596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2416" y="4572000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Settlement asset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42416" y="481888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USDC on Arc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063240" y="4434840"/>
            <a:ext cx="196596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9544" y="4572000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Merchant entry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9544" y="481888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35F5"/>
                </a:solidFill>
              </a:rPr>
              <a:t>QR storefront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230368" y="4434840"/>
            <a:ext cx="196596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76672" y="4572000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Loyalty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76672" y="481888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APoint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97496" y="4434840"/>
            <a:ext cx="196596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4572000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Status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543800" y="481888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Working MVP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Small merchants are not ready for wallet-native commerce.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423160"/>
            <a:ext cx="73152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5877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Sales, inventory, payment receipts, customer identity, and loyalty balances often live in separate systems.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4231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423160"/>
            <a:ext cx="73152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5877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QR codes are too shallow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953512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Most QR payment flows only encode recipient information. They do not expose products, cart, payment options, or rewards.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24231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423160"/>
            <a:ext cx="73152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25877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Stablecoin commerce needs trust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85048" y="2953512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Merchants and customers need clear order state, payment proof, wallet identity, and duplicate-safe rewards.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A complete commerce flow behind every merchant wallet and QR.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</a:rPr>
              <a:t>Each merchant wallet maps to a digital storefront with products, local prices, inventory, payment methods, and order history.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Customers scan a Paynet QR, build a cart, and choose cash, bank transfer, or USDC on Arc.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USDC orders store a local-currency to USDC exchange-rate snapshot before payment.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Paid orders trigger APoint reward accounting with duplicate-safe award logic and audit logs.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2057400"/>
            <a:ext cx="14173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5B3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31736" y="2176272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31736" y="238658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Scan QR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66760" y="247802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87968" y="2057400"/>
            <a:ext cx="14173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15984" y="2176272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015984" y="238658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Build cart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351008" y="247802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03720" y="3246120"/>
            <a:ext cx="14173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3364992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031736" y="35753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 USDC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66760" y="366674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87968" y="3246120"/>
            <a:ext cx="14173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5984" y="3364992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15984" y="357530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Confirm tx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351008" y="366674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4434840"/>
            <a:ext cx="14173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1736" y="4553712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31736" y="476402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Award APoint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A working MVP with mobile merchant and customer flows.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257860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84832"/>
            <a:ext cx="73152" cy="1883664"/>
          </a:xfrm>
          <a:prstGeom prst="rect">
            <a:avLst/>
          </a:prstGeom>
          <a:solidFill>
            <a:srgbClr val="5B35F5"/>
          </a:solidFill>
          <a:ln w="12700">
            <a:solidFill>
              <a:srgbClr val="5B3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Store Mobile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2615184"/>
            <a:ext cx="21945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Owner/staff wallet access, product publishing, QR storefront links, orders awaiting confirmation, settlement settings, and store agent panel.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93008" y="2084832"/>
            <a:ext cx="257860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2084832"/>
            <a:ext cx="73152" cy="18836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Customer Mobile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94176" y="2615184"/>
            <a:ext cx="21945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Storefront browsing, local-currency cart, payment method selection, wallet connection, APoint balance, and checkout handoff.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27648" y="2084832"/>
            <a:ext cx="257860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2084832"/>
            <a:ext cx="73152" cy="18836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Arc Checkout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28816" y="2615184"/>
            <a:ext cx="21945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Real wallet transaction flow for Arc Testnet USDC, receipt waiting, explorer links, and NetPay V1 registry proof.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62288" y="2084832"/>
            <a:ext cx="257860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62288" y="2084832"/>
            <a:ext cx="73152" cy="18836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Supabase 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63456" y="2615184"/>
            <a:ext cx="21945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Orders, payments, exchange-rate snapshots, audit logs, store payment methods, APoint ledger, and idempotent awarding.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736592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487375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Manual methods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" y="51206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cash + bank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93008" y="4736592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487375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Stablecoin method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39312" y="51206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usdc_arc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0176" y="4736592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87375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Customer entry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26480" y="51206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35F5"/>
                </a:solidFill>
              </a:rPr>
              <a:t>/s/:storeSlug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67344" y="4736592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13648" y="487375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Checkout entry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13648" y="51206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/checkout?token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Operational data off-chain, payment proof and loyalty logic on Arc.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6384" y="2240280"/>
            <a:ext cx="182880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5B3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5915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</a:rPr>
              <a:t>Merchant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5694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Store wallet + mobile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2660904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47872" y="2240280"/>
            <a:ext cx="182880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35915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Storefront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75888" y="25694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Catalog + cart + QR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2660904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240280"/>
            <a:ext cx="182880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35915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Checkout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37376" y="25694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USDC amount snapshot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47888" y="2660904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70848" y="2240280"/>
            <a:ext cx="182880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98864" y="2359152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Arc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98864" y="25694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USDC tx + registry proof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62272" y="3108960"/>
            <a:ext cx="0" cy="10789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3108960"/>
            <a:ext cx="0" cy="10789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54680" y="4315968"/>
            <a:ext cx="261518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4315968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448056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5848" y="48463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Orders, products, payments, audit logs, exchange-rate cache, APoint display cache.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4315968"/>
            <a:ext cx="261518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4315968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48056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Contracts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44768" y="484632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Store registry, payment registry, APoint ledger, and legacy proof fallback.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 TRACK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 DeFi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Stablecoin-native merchant payments, not another dashboard mockup.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157984"/>
            <a:ext cx="5989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</a:rPr>
              <a:t>Meaningful Arc + USDC use: customers send USDC directly to merchant wallets on Arc Testnet.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Programmable payment flow: local-currency snapshot, USDC payable amount, on-chain transaction proof, and payment registry recording.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Real settlement surface: cash and bank transfer stay awaiting confirmation; USDC only becomes paid after transaction validation.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</a:rPr>
              <a:t>APoint connects rewards to verified payment amounts and prevents duplicate earning for the same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2240280"/>
            <a:ext cx="297180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1504" y="2377440"/>
            <a:ext cx="2679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Arc Testnet chain 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61504" y="2624328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5042002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3246120"/>
            <a:ext cx="297180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1504" y="3383280"/>
            <a:ext cx="2679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USDC token interface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61504" y="3630168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0x3600...0000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4251960"/>
            <a:ext cx="2971800" cy="786384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4389120"/>
            <a:ext cx="2679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7A"/>
                </a:solidFill>
              </a:rPr>
              <a:t>Reward rule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61504" y="4636008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35F5"/>
                </a:solidFill>
              </a:rPr>
              <a:t>1 USDC = 1 APoint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ECONOMY TRACK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 Agentic Economy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Agents coordinate commerce, but wallets remain in user control.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48840"/>
            <a:ext cx="73152" cy="2377440"/>
          </a:xfrm>
          <a:prstGeom prst="rect">
            <a:avLst/>
          </a:prstGeom>
          <a:solidFill>
            <a:srgbClr val="5B35F5"/>
          </a:solidFill>
          <a:ln w="12700">
            <a:solidFill>
              <a:srgbClr val="5B3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134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Merchant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79192"/>
            <a:ext cx="2862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Reads store data and helps owners manage products, prices, inventory, settlement settings, and low-stock questions with confirmation gates.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148840"/>
            <a:ext cx="73152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3134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Checkout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679192"/>
            <a:ext cx="2862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Validates merchant, cart, inventory, totals, payment methods, rate snapshot, duplicate requests, and checkout readiness.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47888" y="21488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2148840"/>
            <a:ext cx="73152" cy="2377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3134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Loyalty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49056" y="2679192"/>
            <a:ext cx="2862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Checks paid order eligibility, computes APoint, prevents double awards, records reward history, and updates customer balances.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51389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Important boundary: agents do not sign customer transactions or move merchant funds. Users approve wallet actions.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Flow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What judges can see in the current build.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5B3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130552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13816" y="234086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Open store mobile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Connect owner/staff wallet and publish products.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16552" y="2011680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2130552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44568" y="234086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Share QR storefront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Customer lands on the exact merchant catalog.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7304" y="2011680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130552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5320" y="234086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Create cart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Local prices convert into a USDC snapshot.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703320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3816" y="391363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 on Arc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Wallet sends USDC and shows explorer transaction.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16552" y="3584448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703320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44568" y="391363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Confirm paid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Payment row and order become confirmed.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47304" y="3584448"/>
            <a:ext cx="306324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703320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75320" y="391363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Award APoint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Ledger records reward once with audit history.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Proof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The MVP records a verifiable trail from cart to reward.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0116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11680"/>
            <a:ext cx="73152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1762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Supabase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2542032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orders, order_items, payments, store_payment_methods, exchange_rates, customers, apoint_ledger, audit_logs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73152" cy="1965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762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Arc transactions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542032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USDC transfer transaction link and NetPay V1 registry/proof transaction link are displayed in checkout.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91856" y="20116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2011680"/>
            <a:ext cx="73152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1762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Safety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93024" y="2542032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Manual payments need owner/staff confirmation. USDC orders are confirmed after chain validation. APoint awarding is idempotent.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0F172A"/>
                </a:solidFill>
              </a:rPr>
              <a:t>Build check: npm run build passes.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</a:rPr>
              <a:t>Deployed Edge Function: exchange-rate for USDC/local-currency snapshots.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</a:rPr>
              <a:t>Current network: Arc Testnet with USDC gas/payment flow.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PAYNET LOYALTY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11201400" cy="0"/>
          </a:xfrm>
          <a:prstGeom prst="line">
            <a:avLst/>
          </a:prstGeom>
          <a:noFill/>
          <a:ln w="12700">
            <a:solidFill>
              <a:srgbClr val="D9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What comes after the checkpoint.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251460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57400"/>
            <a:ext cx="73152" cy="2395728"/>
          </a:xfrm>
          <a:prstGeom prst="rect">
            <a:avLst/>
          </a:prstGeom>
          <a:solidFill>
            <a:srgbClr val="5B35F5"/>
          </a:solidFill>
          <a:ln w="12700">
            <a:solidFill>
              <a:srgbClr val="5B3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2219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Short term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2587752"/>
            <a:ext cx="21305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Polish agent action tools: find product, create order draft, check payment status, explain APoint, and summarize pending orders.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47872" y="2057400"/>
            <a:ext cx="251460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057400"/>
            <a:ext cx="73152" cy="2395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219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Protocol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587752"/>
            <a:ext cx="21305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Tighten contract indexing, reconcile APoint display cache with on-chain ledger, and add admin monitoring for registry events.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45936" y="2057400"/>
            <a:ext cx="251460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2057400"/>
            <a:ext cx="73152" cy="2395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2219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2587752"/>
            <a:ext cx="21305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Harden Supabase RLS, owner/staff permissions, duplicate transaction handling, and audit views.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2057400"/>
            <a:ext cx="251460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2057400"/>
            <a:ext cx="73152" cy="2395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2219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45168" y="2587752"/>
            <a:ext cx="21305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17A"/>
                </a:solidFill>
              </a:rPr>
              <a:t>Merchant onboarding, QR poster flow, map discovery, and APoint redemption across multiple stores.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676656"/>
            <a:ext cx="10808208" cy="544068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 w="12700">
            <a:solidFill>
              <a:srgbClr val="D9E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686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2 Summary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5216" y="171907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7A"/>
                </a:solidFill>
              </a:rPr>
              <a:t>Paynet Loyalty is ready to submit for both tracks.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0120" y="2468880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DeFi: Arc USDC checkout, payment proof, FX snapshot, and stablecoin merchant settlement.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Agentic Economy: merchant, checkout, and loyalty agents coordinate commerce workflows with human wallet approvals.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MVP: mobile storefront, store mobile operations, real Arc checkout, payment confirmation, APoint ledger, and audit records.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4617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35F5"/>
                </a:solidFill>
              </a:rPr>
              <a:t>One-liner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491947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Agent-ready USDC checkout and universal loyalty network for real-world merchants on Arc.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72600" y="6473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Arc Hackathon Checkpoint 2  /  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Paynet Loyalty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Paynet Loyalty - Agent-ready USDC merchant network on Arc</dc:title>
  <dc:subject>Arc Hackathon Checkpoint 2 Submission</dc:subject>
  <dc:creator>Paynet Loyalty</dc:creator>
  <cp:lastModifiedBy>Paynet Loyalty</cp:lastModifiedBy>
  <cp:revision>1</cp:revision>
  <dcterms:created xsi:type="dcterms:W3CDTF">2026-07-26T08:10:39Z</dcterms:created>
  <dcterms:modified xsi:type="dcterms:W3CDTF">2026-07-26T08:10:39Z</dcterms:modified>
</cp:coreProperties>
</file>